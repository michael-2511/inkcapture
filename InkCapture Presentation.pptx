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8FC36387-5946-48C5-813E-A3777BC8F02C}" type="datetimeFigureOut">
              <a:rPr lang="en-US" smtClean="0"/>
              <a:t>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4E7F4C48-C60C-4685-8D03-5695983C9ADA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73323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36387-5946-48C5-813E-A3777BC8F02C}" type="datetimeFigureOut">
              <a:rPr lang="en-US" smtClean="0"/>
              <a:t>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F4C48-C60C-4685-8D03-5695983C9A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4619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36387-5946-48C5-813E-A3777BC8F02C}" type="datetimeFigureOut">
              <a:rPr lang="en-US" smtClean="0"/>
              <a:t>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F4C48-C60C-4685-8D03-5695983C9ADA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23467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36387-5946-48C5-813E-A3777BC8F02C}" type="datetimeFigureOut">
              <a:rPr lang="en-US" smtClean="0"/>
              <a:t>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F4C48-C60C-4685-8D03-5695983C9A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909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36387-5946-48C5-813E-A3777BC8F02C}" type="datetimeFigureOut">
              <a:rPr lang="en-US" smtClean="0"/>
              <a:t>1/14/2025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F4C48-C60C-4685-8D03-5695983C9ADA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78418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36387-5946-48C5-813E-A3777BC8F02C}" type="datetimeFigureOut">
              <a:rPr lang="en-US" smtClean="0"/>
              <a:t>1/14/2025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F4C48-C60C-4685-8D03-5695983C9ADA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69458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36387-5946-48C5-813E-A3777BC8F02C}" type="datetimeFigureOut">
              <a:rPr lang="en-US" smtClean="0"/>
              <a:t>1/14/2025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F4C48-C60C-4685-8D03-5695983C9A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9425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36387-5946-48C5-813E-A3777BC8F02C}" type="datetimeFigureOut">
              <a:rPr lang="en-US" smtClean="0"/>
              <a:t>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F4C48-C60C-4685-8D03-5695983C9ADA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65171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36387-5946-48C5-813E-A3777BC8F02C}" type="datetimeFigureOut">
              <a:rPr lang="en-US" smtClean="0"/>
              <a:t>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F4C48-C60C-4685-8D03-5695983C9A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417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36387-5946-48C5-813E-A3777BC8F02C}" type="datetimeFigureOut">
              <a:rPr lang="en-US" smtClean="0"/>
              <a:t>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F4C48-C60C-4685-8D03-5695983C9A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2067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36387-5946-48C5-813E-A3777BC8F02C}" type="datetimeFigureOut">
              <a:rPr lang="en-US" smtClean="0"/>
              <a:t>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F4C48-C60C-4685-8D03-5695983C9ADA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06517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36387-5946-48C5-813E-A3777BC8F02C}" type="datetimeFigureOut">
              <a:rPr lang="en-US" smtClean="0"/>
              <a:t>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F4C48-C60C-4685-8D03-5695983C9ADA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31388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36387-5946-48C5-813E-A3777BC8F02C}" type="datetimeFigureOut">
              <a:rPr lang="en-US" smtClean="0"/>
              <a:t>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F4C48-C60C-4685-8D03-5695983C9A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5738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36387-5946-48C5-813E-A3777BC8F02C}" type="datetimeFigureOut">
              <a:rPr lang="en-US" smtClean="0"/>
              <a:t>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F4C48-C60C-4685-8D03-5695983C9ADA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23361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36387-5946-48C5-813E-A3777BC8F02C}" type="datetimeFigureOut">
              <a:rPr lang="en-US" smtClean="0"/>
              <a:t>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F4C48-C60C-4685-8D03-5695983C9ADA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96665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36387-5946-48C5-813E-A3777BC8F02C}" type="datetimeFigureOut">
              <a:rPr lang="en-US" smtClean="0"/>
              <a:t>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F4C48-C60C-4685-8D03-5695983C9ADA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877589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36387-5946-48C5-813E-A3777BC8F02C}" type="datetimeFigureOut">
              <a:rPr lang="en-US" smtClean="0"/>
              <a:t>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7F4C48-C60C-4685-8D03-5695983C9ADA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8753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FC36387-5946-48C5-813E-A3777BC8F02C}" type="datetimeFigureOut">
              <a:rPr lang="en-US" smtClean="0"/>
              <a:t>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E7F4C48-C60C-4685-8D03-5695983C9A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4656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DF71A-FCA2-466E-97CA-41F85A4718F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400" b="1"/>
              <a:t>InkCapture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0C7A2A-1E53-4853-879F-9925653F07C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R</a:t>
            </a:r>
            <a:r>
              <a:rPr lang="ro-RO"/>
              <a:t>ăican Mihai – Grupa 344</a:t>
            </a:r>
          </a:p>
          <a:p>
            <a:r>
              <a:rPr lang="ro-RO"/>
              <a:t>Tehnologii Cloud Computing in Machine Learning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1989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C27C2-0463-41F8-B7A6-7498AA6071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b="1"/>
              <a:t>Ce este InkCapture si ce face?</a:t>
            </a:r>
            <a:endParaRPr lang="en-US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C29AD6-B114-45FE-8D0E-F5EE8BCA8C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o-RO" b="1"/>
              <a:t>InkCapture</a:t>
            </a:r>
            <a:r>
              <a:rPr lang="ro-RO"/>
              <a:t> este o aplicatie web care recunoaste scrisul de mana dintr-o imagine data de utilizator si returneaza o versiune digitala a textului din imagine</a:t>
            </a:r>
            <a:endParaRPr lang="en-US"/>
          </a:p>
          <a:p>
            <a:r>
              <a:rPr lang="en-US"/>
              <a:t>Este un tool ce poate spori productivitatea, reducand timpul necesar pentru transcrierea manuala a textelor</a:t>
            </a:r>
          </a:p>
          <a:p>
            <a:r>
              <a:rPr lang="en-US"/>
              <a:t>Se adreseaza in principal </a:t>
            </a:r>
            <a:r>
              <a:rPr lang="en-US" b="1"/>
              <a:t>studentilor si profesorilor</a:t>
            </a:r>
            <a:r>
              <a:rPr lang="en-US"/>
              <a:t>, dar si scriitorilor care, initial, isi pun creatia pe foaie, iar ulterior doresc, spre exemplu, sa publice o carte</a:t>
            </a:r>
            <a:endParaRPr lang="ro-RO" b="1"/>
          </a:p>
          <a:p>
            <a:endParaRPr lang="ro-RO"/>
          </a:p>
          <a:p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304945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852D6-A990-4FE6-A56C-C1D986E24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b="1"/>
              <a:t>Cum functioneaza?</a:t>
            </a:r>
            <a:endParaRPr lang="en-US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62CB3F-C215-4138-BA01-B53BA3F4B7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/>
              <a:t>Utilizatorul incarca o imagine ce contine scris de mana in aplicatie</a:t>
            </a:r>
          </a:p>
          <a:p>
            <a:r>
              <a:rPr lang="ro-RO"/>
              <a:t>Cu ajutorul Azure Computer Vision textul din imagine este recunoscut si returnat sub forma digitala</a:t>
            </a:r>
          </a:p>
          <a:p>
            <a:r>
              <a:rPr lang="ro-RO"/>
              <a:t>Textul</a:t>
            </a:r>
            <a:r>
              <a:rPr lang="en-US"/>
              <a:t>, data procesarii si </a:t>
            </a:r>
            <a:r>
              <a:rPr lang="ro-RO"/>
              <a:t>imaginea sunt stocat</a:t>
            </a:r>
            <a:r>
              <a:rPr lang="en-US"/>
              <a:t>e </a:t>
            </a:r>
            <a:r>
              <a:rPr lang="ro-RO"/>
              <a:t>in baza de date </a:t>
            </a:r>
            <a:r>
              <a:rPr lang="en-US"/>
              <a:t>legata de Azure Blob Storage</a:t>
            </a:r>
          </a:p>
          <a:p>
            <a:r>
              <a:rPr lang="en-US"/>
              <a:t>La apasarea unui buton, utilizatorul poate sa vada istoricul activitatii sale, cu toate informatiile necesare</a:t>
            </a:r>
          </a:p>
        </p:txBody>
      </p:sp>
    </p:spTree>
    <p:extLst>
      <p:ext uri="{BB962C8B-B14F-4D97-AF65-F5344CB8AC3E}">
        <p14:creationId xmlns:p14="http://schemas.microsoft.com/office/powerpoint/2010/main" val="7622600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21648-4017-4575-BA98-781EC42FD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Detalii tehnice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C6B357-8F7B-4558-9B1A-F28A67CE15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Aplicatia este scrisa cu ajutorul </a:t>
            </a:r>
            <a:r>
              <a:rPr lang="en-US" b="1"/>
              <a:t>ASP .NET Core (MVC)</a:t>
            </a:r>
          </a:p>
          <a:p>
            <a:r>
              <a:rPr lang="en-US"/>
              <a:t>La baza functiei principale a aplicatiei sta </a:t>
            </a:r>
            <a:r>
              <a:rPr lang="en-US" b="1"/>
              <a:t>Azure Computer Vision</a:t>
            </a:r>
          </a:p>
          <a:p>
            <a:r>
              <a:rPr lang="en-US"/>
              <a:t>Pentru gestionarea datelor am ales sa folosesc </a:t>
            </a:r>
            <a:r>
              <a:rPr lang="en-US" b="1"/>
              <a:t>Azure Blob Storage</a:t>
            </a:r>
          </a:p>
          <a:p>
            <a:r>
              <a:rPr lang="en-US"/>
              <a:t>Pentru automatizarea livrarii codului si asigurarea consistentei dezvoltarii am ales sa folosesc </a:t>
            </a:r>
            <a:r>
              <a:rPr lang="en-US" b="1"/>
              <a:t>CI/CD</a:t>
            </a:r>
          </a:p>
        </p:txBody>
      </p:sp>
    </p:spTree>
    <p:extLst>
      <p:ext uri="{BB962C8B-B14F-4D97-AF65-F5344CB8AC3E}">
        <p14:creationId xmlns:p14="http://schemas.microsoft.com/office/powerpoint/2010/main" val="32650913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50726-663F-49E3-B11C-D570C8347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/>
              <a:t>Motivatie pentru alegerea tehnologiilor mentionate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DEA5CE-A45D-4C05-B7A8-90DD4537D7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De ce Azure Computer Vision?</a:t>
            </a:r>
          </a:p>
          <a:p>
            <a:r>
              <a:rPr lang="en-US"/>
              <a:t>De ce Azure Blob Storage?</a:t>
            </a:r>
          </a:p>
          <a:p>
            <a:r>
              <a:rPr lang="en-US"/>
              <a:t>De ce CI/CD?</a:t>
            </a:r>
          </a:p>
        </p:txBody>
      </p:sp>
    </p:spTree>
    <p:extLst>
      <p:ext uri="{BB962C8B-B14F-4D97-AF65-F5344CB8AC3E}">
        <p14:creationId xmlns:p14="http://schemas.microsoft.com/office/powerpoint/2010/main" val="38902932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4AAD5-920F-46CB-9CA0-BB048EE8F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De ce Azure Computer Vision?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8E72B8-F52D-46E2-B59D-5D0589770A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Este </a:t>
            </a:r>
            <a:r>
              <a:rPr lang="en-US" b="1"/>
              <a:t>deja antrenat</a:t>
            </a:r>
            <a:r>
              <a:rPr lang="en-US"/>
              <a:t> suficient de bine pentru scenariul din aplicatia de fata</a:t>
            </a:r>
          </a:p>
          <a:p>
            <a:r>
              <a:rPr lang="en-US" b="1"/>
              <a:t>Implementare simpla</a:t>
            </a:r>
          </a:p>
          <a:p>
            <a:r>
              <a:rPr lang="en-US" b="1"/>
              <a:t>Costuri reduse</a:t>
            </a:r>
            <a:r>
              <a:rPr lang="en-US"/>
              <a:t>, spre deosebire de antrenarea propriului agent</a:t>
            </a:r>
          </a:p>
          <a:p>
            <a:r>
              <a:rPr lang="en-US"/>
              <a:t>Per total, mai potrivit decat </a:t>
            </a:r>
            <a:r>
              <a:rPr lang="en-US" b="1"/>
              <a:t>Custom Vision</a:t>
            </a:r>
          </a:p>
        </p:txBody>
      </p:sp>
    </p:spTree>
    <p:extLst>
      <p:ext uri="{BB962C8B-B14F-4D97-AF65-F5344CB8AC3E}">
        <p14:creationId xmlns:p14="http://schemas.microsoft.com/office/powerpoint/2010/main" val="33718048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2D0D4-CAD2-4A3F-8D97-B6EC14054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De ce Azure Blob Storage?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4A9EE0-0685-40EC-B5D8-EFA1591BC7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Este </a:t>
            </a:r>
            <a:r>
              <a:rPr lang="en-US" b="1"/>
              <a:t>optimizat pentru fisiere mari </a:t>
            </a:r>
            <a:r>
              <a:rPr lang="en-US"/>
              <a:t>(in acest caz, imagini)</a:t>
            </a:r>
          </a:p>
          <a:p>
            <a:r>
              <a:rPr lang="en-US" b="1"/>
              <a:t>Costuri reduse</a:t>
            </a:r>
            <a:r>
              <a:rPr lang="en-US"/>
              <a:t> raportandu-ne la capacitatea de stocare oferita</a:t>
            </a:r>
          </a:p>
          <a:p>
            <a:r>
              <a:rPr lang="en-US"/>
              <a:t>Potrivit pentru aplicatia de fata datorita optimizarii pentru fisierele binare, spre deosebire de celelalte solutii din partea Azure: </a:t>
            </a:r>
            <a:r>
              <a:rPr lang="en-US" b="1">
                <a:solidFill>
                  <a:srgbClr val="FF0000"/>
                </a:solidFill>
              </a:rPr>
              <a:t>Azure Files</a:t>
            </a:r>
            <a:r>
              <a:rPr lang="en-US"/>
              <a:t>, </a:t>
            </a:r>
            <a:r>
              <a:rPr lang="en-US" b="1">
                <a:solidFill>
                  <a:srgbClr val="00B050"/>
                </a:solidFill>
              </a:rPr>
              <a:t>Azure Data Lake Storage</a:t>
            </a:r>
            <a:r>
              <a:rPr lang="en-US"/>
              <a:t>, </a:t>
            </a:r>
            <a:r>
              <a:rPr lang="en-US" b="1">
                <a:solidFill>
                  <a:srgbClr val="0070C0"/>
                </a:solidFill>
              </a:rPr>
              <a:t>Azure Table Storage </a:t>
            </a:r>
            <a:r>
              <a:rPr lang="en-US"/>
              <a:t>sau </a:t>
            </a:r>
            <a:r>
              <a:rPr lang="en-US" b="1">
                <a:solidFill>
                  <a:srgbClr val="7030A0"/>
                </a:solidFill>
              </a:rPr>
              <a:t>Azure Queue Storage</a:t>
            </a:r>
            <a:r>
              <a:rPr lang="en-US" b="1"/>
              <a:t> </a:t>
            </a:r>
            <a:r>
              <a:rPr lang="en-US"/>
              <a:t>care sunt specializate pentru </a:t>
            </a:r>
            <a:r>
              <a:rPr lang="en-US" b="1">
                <a:solidFill>
                  <a:srgbClr val="FF0000"/>
                </a:solidFill>
              </a:rPr>
              <a:t>partajare de fisiere</a:t>
            </a:r>
            <a:r>
              <a:rPr lang="en-US"/>
              <a:t>, </a:t>
            </a:r>
            <a:r>
              <a:rPr lang="en-US" b="1">
                <a:solidFill>
                  <a:srgbClr val="00B050"/>
                </a:solidFill>
              </a:rPr>
              <a:t>analiza Big Data</a:t>
            </a:r>
            <a:r>
              <a:rPr lang="en-US"/>
              <a:t>, </a:t>
            </a:r>
            <a:r>
              <a:rPr lang="en-US" b="1">
                <a:solidFill>
                  <a:srgbClr val="0070C0"/>
                </a:solidFill>
              </a:rPr>
              <a:t>stocare de date structurate</a:t>
            </a:r>
            <a:r>
              <a:rPr lang="en-US"/>
              <a:t>, respectiv </a:t>
            </a:r>
            <a:r>
              <a:rPr lang="en-US" b="1">
                <a:solidFill>
                  <a:srgbClr val="7030A0"/>
                </a:solidFill>
              </a:rPr>
              <a:t>mesagerie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421302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3164E-4E59-41B7-B890-588C06721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De ce CI/CD?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75DDF6-6BBC-4765-9B3B-C1EC465C6A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CI/CD imbunatatesc eficienta prin </a:t>
            </a:r>
            <a:r>
              <a:rPr lang="en-US" b="1"/>
              <a:t>automatizare</a:t>
            </a:r>
            <a:r>
              <a:rPr lang="en-US"/>
              <a:t>, </a:t>
            </a:r>
            <a:r>
              <a:rPr lang="en-US" b="1"/>
              <a:t>eliminand riscul greselilor </a:t>
            </a:r>
            <a:r>
              <a:rPr lang="en-US"/>
              <a:t>umane din procesul manual</a:t>
            </a:r>
          </a:p>
          <a:p>
            <a:r>
              <a:rPr lang="en-US"/>
              <a:t>Permit </a:t>
            </a:r>
            <a:r>
              <a:rPr lang="en-US" b="1"/>
              <a:t>integrarea rapida </a:t>
            </a:r>
            <a:r>
              <a:rPr lang="en-US"/>
              <a:t>a noilor functionalitati sau </a:t>
            </a:r>
            <a:r>
              <a:rPr lang="en-US" b="1"/>
              <a:t>corectarea bug-urilor</a:t>
            </a:r>
            <a:r>
              <a:rPr lang="en-US"/>
              <a:t>, iar modificarile pot ajunge in productie de mai multe ori pe zi, daca este necesar</a:t>
            </a:r>
          </a:p>
          <a:p>
            <a:r>
              <a:rPr lang="en-US" b="1"/>
              <a:t>Bug-urile sunt detectate rapid</a:t>
            </a:r>
            <a:r>
              <a:rPr lang="en-US"/>
              <a:t>, ceea ce scade costurile remedierii lor</a:t>
            </a:r>
          </a:p>
        </p:txBody>
      </p:sp>
    </p:spTree>
    <p:extLst>
      <p:ext uri="{BB962C8B-B14F-4D97-AF65-F5344CB8AC3E}">
        <p14:creationId xmlns:p14="http://schemas.microsoft.com/office/powerpoint/2010/main" val="38449033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F1F7A-A0CD-47E1-8B70-ACF2B5999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Concluzie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9214A6-DB1A-4E3C-AD0E-838C60CDD5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/>
              <a:t>InkCapture este o solutie potrivita pentru utilizarea de zi cu zi si poate spori productivitatea unui grup mare de utilizatori.</a:t>
            </a:r>
          </a:p>
          <a:p>
            <a:pPr marL="0" indent="0" algn="ctr">
              <a:buNone/>
            </a:pPr>
            <a:r>
              <a:rPr lang="en-US"/>
              <a:t>Datorita tool-urilor Azure mentionate, aplicatia este usor de mentinut si de actualizat, fiind astfel prietenoasa si cu dezvoltatorii.</a:t>
            </a:r>
          </a:p>
        </p:txBody>
      </p:sp>
    </p:spTree>
    <p:extLst>
      <p:ext uri="{BB962C8B-B14F-4D97-AF65-F5344CB8AC3E}">
        <p14:creationId xmlns:p14="http://schemas.microsoft.com/office/powerpoint/2010/main" val="15703051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9159158-E662-4A68-8225-163B01CF528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/>
              <a:t>Va multumesc!</a:t>
            </a:r>
          </a:p>
        </p:txBody>
      </p:sp>
    </p:spTree>
    <p:extLst>
      <p:ext uri="{BB962C8B-B14F-4D97-AF65-F5344CB8AC3E}">
        <p14:creationId xmlns:p14="http://schemas.microsoft.com/office/powerpoint/2010/main" val="368939338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721</TotalTime>
  <Words>450</Words>
  <Application>Microsoft Office PowerPoint</Application>
  <PresentationFormat>Widescreen</PresentationFormat>
  <Paragraphs>38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Garamond</vt:lpstr>
      <vt:lpstr>Organic</vt:lpstr>
      <vt:lpstr>InkCapture</vt:lpstr>
      <vt:lpstr>Ce este InkCapture si ce face?</vt:lpstr>
      <vt:lpstr>Cum functioneaza?</vt:lpstr>
      <vt:lpstr>Detalii tehnice</vt:lpstr>
      <vt:lpstr>Motivatie pentru alegerea tehnologiilor mentionate</vt:lpstr>
      <vt:lpstr>De ce Azure Computer Vision?</vt:lpstr>
      <vt:lpstr>De ce Azure Blob Storage?</vt:lpstr>
      <vt:lpstr>De ce CI/CD?</vt:lpstr>
      <vt:lpstr>Concluzie</vt:lpstr>
      <vt:lpstr>Va multumesc!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InkCapture Handwriting Recognition App</dc:title>
  <dc:creator>Mihai Raican</dc:creator>
  <cp:lastModifiedBy>Mihai Raican</cp:lastModifiedBy>
  <cp:revision>19</cp:revision>
  <dcterms:created xsi:type="dcterms:W3CDTF">2025-01-11T09:26:21Z</dcterms:created>
  <dcterms:modified xsi:type="dcterms:W3CDTF">2025-01-14T17:26:37Z</dcterms:modified>
</cp:coreProperties>
</file>